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0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0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F5BE-EC2F-A1CC-A7E1-5DFDEC869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31053-D684-9DA0-1C3B-C0EF2B595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CBD95-D209-3E79-2D8D-E18CA2D2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2B285-417C-441F-DA09-FF11521E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B373C-B079-53DB-969F-6A267549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2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1028-6A0B-D5AE-570B-FDDD8811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22423-38F6-5E0A-E890-05659DF21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DF416-01F7-253A-DFE1-71F210FD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252A4-8EF3-3936-8FA9-5FBFCA4E1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221C-4321-785E-5ECE-440F5E1E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5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96A1-3201-E4D9-97E6-88A1B401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8A910-3B29-7A36-657E-AB6F37BE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E2076-B00F-F84E-C148-C7BD58FB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186B9-FF7A-F938-9696-093AE91C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07B23-F811-DA09-4544-584EE692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6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AC28-4E15-211B-740F-23E4F42D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8915-7BA0-FA6D-6806-80CE9EA01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2537A-0415-9296-D5F4-D5E0E1159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3DEEB-973E-A450-00B9-82533653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6D82C-514C-D5BD-7F86-1666F5C85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BB90E-164C-DB01-829C-D8D6E72F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1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AA76-E10B-4A5A-4023-689C6780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BD328-B777-5A59-D25C-BBFA31BD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B1A90-F78F-1E24-B047-07F4F3036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10C8A-F11B-D369-F620-503C3E5D8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B48183-A7ED-87B3-A187-E5D70837D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ADF846-2D60-52D9-0961-27DDB58F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95FF9-6DC4-B8B7-5D77-1FE89E1AF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B7D686-1CDF-A040-7272-0BB91328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80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3A15-0036-75AC-3F21-9BD4D83E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F68D8-33CA-54E6-7B4A-C8A0724A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C9725-AEF3-EE8D-05B1-361EE7FC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2A617-4B18-E6ED-2AEB-6610287C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54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75926-3D22-39C2-5806-0013A1FD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F4A50-80D1-7781-0DB9-4F6E49BF3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F0405-7512-F605-DEBF-01B54314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38C1-E187-CFE3-5115-55919747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7CE6D-9077-A997-750B-0CD1002E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F44FD-950D-5DF3-2C66-EFA11F6C6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9F33D-D5DE-1EC6-7E7E-12275B52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BBDA1-39B8-5D2A-F010-B90A7BB3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6B3B4-BEC2-1CFF-0B1C-2B3BAE65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7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872B3-4CF2-9490-5813-6BE47C9E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C57E4-C39D-0E64-65E0-4A2C73947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CA9C0-6EE7-ABAC-BA84-A96958A90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4390C-62C8-679E-D2E9-E7A25D91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7A493-2390-EE6F-54AE-71F769B4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E7ABE-3F63-D0E8-28B5-9060B259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2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319C-94ED-4AFF-4761-938274A5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64CDB-A25F-437D-A41A-22A66A4C9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1E1CE-ACE1-0EF2-509E-508EB10E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6428E-E625-6277-49D4-7BED624B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8A985-023D-586C-2741-0880505D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66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417DCF-64DE-56C9-ABD7-05795B4FC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EA292-F10D-CD8F-A282-A79E97AF2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AAE86-2126-2268-D216-93A186DD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70327-94CB-AC77-DC50-2D7CADBC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5F52C-2074-481A-9106-92E2132A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4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F7ED9-DF82-C242-EB2C-CFD9B842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E52B6-6756-A50B-7D5C-1B19DFA2B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DE496-592B-CD34-DCE2-85DB87DBE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F6CC8-41FE-4911-BDBC-491C3604133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58A15-4FEE-9628-7E61-D71A18072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ED277-1269-7073-7639-0B9972FC7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89A48-861B-4F93-9B15-1D2ED036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6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horse standing in a flower bed&#10;&#10;AI-generated content may be incorrect.">
            <a:extLst>
              <a:ext uri="{FF2B5EF4-FFF2-40B4-BE49-F238E27FC236}">
                <a16:creationId xmlns:a16="http://schemas.microsoft.com/office/drawing/2014/main" id="{7EBF2655-039B-4C02-4306-75843C9F6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8" b="-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68F5B-89B7-D109-B743-231EF8895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Unity Gaussian Splatting Toolkit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5C613-AD7C-19A6-BB69-9FA9EB49E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328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8B1E-4B5B-CF3C-D7DC-CC20C984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D8C28-B80C-7842-519D-0F6881D23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Gaussian Splatting (GS)</a:t>
            </a:r>
          </a:p>
          <a:p>
            <a:r>
              <a:rPr lang="en-US" dirty="0"/>
              <a:t>Unity Game Engine</a:t>
            </a:r>
          </a:p>
        </p:txBody>
      </p:sp>
      <p:pic>
        <p:nvPicPr>
          <p:cNvPr id="5" name="Picture 4" descr="A blue truck with water splashing&#10;&#10;AI-generated content may be incorrect.">
            <a:extLst>
              <a:ext uri="{FF2B5EF4-FFF2-40B4-BE49-F238E27FC236}">
                <a16:creationId xmlns:a16="http://schemas.microsoft.com/office/drawing/2014/main" id="{7417797F-97A6-7778-3276-70313C6F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230" y="2488019"/>
            <a:ext cx="6798011" cy="382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46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4C9F-FFE4-F464-F7D8-8E34F251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3C697-52D8-D70E-28C2-51A053C9E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</a:t>
            </a:r>
          </a:p>
          <a:p>
            <a:r>
              <a:rPr lang="en-US" dirty="0"/>
              <a:t>Improve the integration of Gaussian Splatting (GS) in interactive applications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Goals</a:t>
            </a:r>
          </a:p>
          <a:p>
            <a:r>
              <a:rPr lang="en-US" dirty="0"/>
              <a:t>Create a plugin for the Unity game engine that provides useful tools for Gaussian Splats (GS) and correct rendering</a:t>
            </a:r>
          </a:p>
        </p:txBody>
      </p:sp>
    </p:spTree>
    <p:extLst>
      <p:ext uri="{BB962C8B-B14F-4D97-AF65-F5344CB8AC3E}">
        <p14:creationId xmlns:p14="http://schemas.microsoft.com/office/powerpoint/2010/main" val="491927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F72A-6181-5EFA-82C4-DB595AD8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BC297-8639-35F7-038D-94DCFF25C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Team</a:t>
            </a:r>
          </a:p>
          <a:p>
            <a:r>
              <a:rPr lang="en-US" dirty="0"/>
              <a:t>Kaleb Wells – wells2kb@mail.uc.edu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Advisor</a:t>
            </a:r>
          </a:p>
          <a:p>
            <a:r>
              <a:rPr lang="en-US" dirty="0"/>
              <a:t>Dr. Jillian </a:t>
            </a:r>
            <a:r>
              <a:rPr lang="en-US" dirty="0" err="1"/>
              <a:t>Aurisano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421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E4F9E-5DF1-6DB6-517B-D994894B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FD059-7483-77D1-204D-D0658BA1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94E01-A94D-718F-4322-9DA65299D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project will be focused on improving the use of Gaussian Splats in the Unity Game engine.</a:t>
            </a:r>
          </a:p>
          <a:p>
            <a:pPr marL="0" indent="0">
              <a:buNone/>
            </a:pPr>
            <a:r>
              <a:rPr lang="en-US" dirty="0"/>
              <a:t>There exists Gaussian Splat renderers for the game engine, but they have room to grow in terms of feature and functionality.</a:t>
            </a:r>
          </a:p>
          <a:p>
            <a:pPr marL="0" indent="0">
              <a:buNone/>
            </a:pPr>
            <a:r>
              <a:rPr lang="en-US" dirty="0"/>
              <a:t>These areas of growth include:</a:t>
            </a:r>
          </a:p>
          <a:p>
            <a:r>
              <a:rPr lang="en-US" dirty="0"/>
              <a:t>Correct multi-splat occlusion</a:t>
            </a:r>
          </a:p>
          <a:p>
            <a:r>
              <a:rPr lang="en-US" dirty="0"/>
              <a:t>Dynamic shadows</a:t>
            </a:r>
          </a:p>
          <a:p>
            <a:r>
              <a:rPr lang="en-US" dirty="0"/>
              <a:t>Color grading/correction</a:t>
            </a:r>
          </a:p>
          <a:p>
            <a:r>
              <a:rPr lang="en-US" dirty="0"/>
              <a:t>4D Gaussian Splatting (Gaussian Splat Video)</a:t>
            </a:r>
          </a:p>
          <a:p>
            <a:r>
              <a:rPr lang="en-US" dirty="0"/>
              <a:t>Consistent and satisfying UI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52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06392-09E0-E973-F2BB-D3B4CA710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7567-FB38-8C0C-DCF8-7C24A1F7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38D6F-D2AA-629F-923B-673F9CF7A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As a </a:t>
            </a:r>
            <a:r>
              <a:rPr lang="en-US" b="1" dirty="0"/>
              <a:t>game developer</a:t>
            </a:r>
            <a:r>
              <a:rPr lang="en-US" dirty="0"/>
              <a:t>, I want to create stunning and performant games, so that I can create exciting experiences.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 a </a:t>
            </a:r>
            <a:r>
              <a:rPr lang="en-US" b="1" dirty="0"/>
              <a:t>consumer researcher</a:t>
            </a:r>
            <a:r>
              <a:rPr lang="en-US" dirty="0"/>
              <a:t>, I want to show people exactly how a product might look, so that I can efficiently give accurate feedback to product designers.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 an </a:t>
            </a:r>
            <a:r>
              <a:rPr lang="en-US" b="1" dirty="0"/>
              <a:t>instructor</a:t>
            </a:r>
            <a:r>
              <a:rPr lang="en-US" dirty="0"/>
              <a:t>, I want to create interactive trainings that use real world visual information, so that I can provide better training to more people.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13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A5560-15BC-E5DC-38AC-4FE58F62A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0CDDC-C066-3429-572E-8513A692C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Visual Fidelity</a:t>
            </a:r>
          </a:p>
          <a:p>
            <a:pPr marL="0" indent="0">
              <a:buNone/>
            </a:pPr>
            <a:r>
              <a:rPr lang="en-US" dirty="0"/>
              <a:t>The true value of Gaussian Splatting lies in its' visual fidelity.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Hardware</a:t>
            </a:r>
          </a:p>
          <a:p>
            <a:pPr marL="0" indent="0">
              <a:buNone/>
            </a:pPr>
            <a:r>
              <a:rPr lang="en-US" dirty="0"/>
              <a:t>Gaussian Splatting rendering is currently very inefficient compared to traditional mesh rendering.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Time</a:t>
            </a:r>
          </a:p>
          <a:p>
            <a:pPr marL="0" indent="0">
              <a:buNone/>
            </a:pPr>
            <a:r>
              <a:rPr lang="en-US" dirty="0"/>
              <a:t>There is only so much time to work on this project.</a:t>
            </a:r>
          </a:p>
        </p:txBody>
      </p:sp>
    </p:spTree>
    <p:extLst>
      <p:ext uri="{BB962C8B-B14F-4D97-AF65-F5344CB8AC3E}">
        <p14:creationId xmlns:p14="http://schemas.microsoft.com/office/powerpoint/2010/main" val="174724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EC17-AE35-539B-CCA0-11A8AFD85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A1316-F6E3-6072-892B-F3B73E9EA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Before, GS assets would be rendered on top of each other.</a:t>
            </a:r>
            <a:br>
              <a:rPr lang="en-US" dirty="0"/>
            </a:br>
            <a:r>
              <a:rPr lang="en-US" dirty="0"/>
              <a:t>Now, the assets are correctly rendered in one step.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2F687-65BB-F489-3885-4CD90B7AB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576" y="3378424"/>
            <a:ext cx="5018568" cy="2798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0C4DEE-4E31-9AA3-6869-D902DA0E4C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04" r="8774" b="1765"/>
          <a:stretch>
            <a:fillRect/>
          </a:stretch>
        </p:blipFill>
        <p:spPr>
          <a:xfrm>
            <a:off x="838200" y="3378425"/>
            <a:ext cx="4619000" cy="279853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84F2C7A8-F525-4B78-B9C3-6A1201D455E0}"/>
              </a:ext>
            </a:extLst>
          </p:cNvPr>
          <p:cNvSpPr/>
          <p:nvPr/>
        </p:nvSpPr>
        <p:spPr>
          <a:xfrm>
            <a:off x="5660528" y="4469349"/>
            <a:ext cx="870944" cy="61668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7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A9D0-EA57-A1A6-A6E1-918FD125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Accomplishments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4F0-2ABB-E091-5D89-7BE2C9C55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least 3 of:</a:t>
            </a:r>
          </a:p>
          <a:p>
            <a:r>
              <a:rPr lang="en-US" dirty="0"/>
              <a:t>Correct multi-splat occlusion</a:t>
            </a:r>
          </a:p>
          <a:p>
            <a:r>
              <a:rPr lang="en-US" dirty="0"/>
              <a:t>Dynamic shadows</a:t>
            </a:r>
          </a:p>
          <a:p>
            <a:r>
              <a:rPr lang="en-US" dirty="0"/>
              <a:t>Color grading/correction</a:t>
            </a:r>
          </a:p>
          <a:p>
            <a:r>
              <a:rPr lang="en-US" dirty="0"/>
              <a:t>4D Gaussian Splatting (Gaussian Splat Video)</a:t>
            </a:r>
          </a:p>
          <a:p>
            <a:r>
              <a:rPr lang="en-US" dirty="0"/>
              <a:t>Consistent and satisfying UI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937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500C-54B6-79C9-53B6-F093335D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68F85-7C87-032E-637E-DCDEC3A6F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work is to be done only by Kaleb Wells</a:t>
            </a:r>
          </a:p>
        </p:txBody>
      </p:sp>
    </p:spTree>
    <p:extLst>
      <p:ext uri="{BB962C8B-B14F-4D97-AF65-F5344CB8AC3E}">
        <p14:creationId xmlns:p14="http://schemas.microsoft.com/office/powerpoint/2010/main" val="228331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CB9C-C146-5C43-3928-866293A10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A5B08-3CC4-7080-DDDC-3F374C66A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real time demo of an interactive application that leverages the tools created in this project.</a:t>
            </a:r>
          </a:p>
        </p:txBody>
      </p:sp>
    </p:spTree>
    <p:extLst>
      <p:ext uri="{BB962C8B-B14F-4D97-AF65-F5344CB8AC3E}">
        <p14:creationId xmlns:p14="http://schemas.microsoft.com/office/powerpoint/2010/main" val="2962035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346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Unity Gaussian Splatting Toolkit</vt:lpstr>
      <vt:lpstr>Background</vt:lpstr>
      <vt:lpstr>Title</vt:lpstr>
      <vt:lpstr>Names</vt:lpstr>
      <vt:lpstr>Abstract</vt:lpstr>
      <vt:lpstr>User Stories</vt:lpstr>
      <vt:lpstr>Constraints</vt:lpstr>
      <vt:lpstr>Progress</vt:lpstr>
      <vt:lpstr>Expected Accomplishments</vt:lpstr>
      <vt:lpstr>Division of Work</vt:lpstr>
      <vt:lpstr>Expected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Kaleb (wells2kb)</dc:creator>
  <cp:lastModifiedBy>Wells, Kaleb (wells2kb)</cp:lastModifiedBy>
  <cp:revision>2</cp:revision>
  <dcterms:created xsi:type="dcterms:W3CDTF">2025-10-27T13:56:18Z</dcterms:created>
  <dcterms:modified xsi:type="dcterms:W3CDTF">2025-10-27T21:26:04Z</dcterms:modified>
</cp:coreProperties>
</file>